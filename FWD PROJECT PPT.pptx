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 autoCompressPictures="0">
  <p:sldMasterIdLst>
    <p:sldMasterId id="2147483932" r:id="rId1"/>
  </p:sldMasterIdLst>
  <p:notesMasterIdLst>
    <p:notesMasterId r:id="rId9"/>
  </p:notesMasterIdLst>
  <p:handoutMasterIdLst>
    <p:handoutMasterId r:id="rId10"/>
  </p:handoutMasterIdLst>
  <p:sldIdLst>
    <p:sldId id="1184" r:id="rId2"/>
    <p:sldId id="1512" r:id="rId3"/>
    <p:sldId id="1513" r:id="rId4"/>
    <p:sldId id="1514" r:id="rId5"/>
    <p:sldId id="1517" r:id="rId6"/>
    <p:sldId id="1515" r:id="rId7"/>
    <p:sldId id="1516" r:id="rId8"/>
  </p:sldIdLst>
  <p:sldSz cx="9144000" cy="5143500" type="screen16x9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3">
          <p15:clr>
            <a:srgbClr val="A4A3A4"/>
          </p15:clr>
        </p15:guide>
        <p15:guide id="2" orient="horz" pos="325">
          <p15:clr>
            <a:srgbClr val="A4A3A4"/>
          </p15:clr>
        </p15:guide>
        <p15:guide id="3" orient="horz" pos="2917">
          <p15:clr>
            <a:srgbClr val="A4A3A4"/>
          </p15:clr>
        </p15:guide>
        <p15:guide id="4" orient="horz" pos="399">
          <p15:clr>
            <a:srgbClr val="A4A3A4"/>
          </p15:clr>
        </p15:guide>
        <p15:guide id="5" pos="576">
          <p15:clr>
            <a:srgbClr val="A4A3A4"/>
          </p15:clr>
        </p15:guide>
        <p15:guide id="6" pos="5184">
          <p15:clr>
            <a:srgbClr val="A4A3A4"/>
          </p15:clr>
        </p15:guide>
        <p15:guide id="7" pos="2880">
          <p15:clr>
            <a:srgbClr val="A4A3A4"/>
          </p15:clr>
        </p15:guide>
        <p15:guide id="8" pos="5108">
          <p15:clr>
            <a:srgbClr val="A4A3A4"/>
          </p15:clr>
        </p15:guide>
        <p15:guide id="9" pos="65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592">
          <p15:clr>
            <a:srgbClr val="A4A3A4"/>
          </p15:clr>
        </p15:guide>
        <p15:guide id="2" orient="horz" pos="5542">
          <p15:clr>
            <a:srgbClr val="A4A3A4"/>
          </p15:clr>
        </p15:guide>
        <p15:guide id="3" orient="horz" pos="5777">
          <p15:clr>
            <a:srgbClr val="A4A3A4"/>
          </p15:clr>
        </p15:guide>
        <p15:guide id="4" pos="286">
          <p15:clr>
            <a:srgbClr val="A4A3A4"/>
          </p15:clr>
        </p15:guide>
        <p15:guide id="5" pos="40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5094"/>
    <a:srgbClr val="000000"/>
    <a:srgbClr val="004170"/>
    <a:srgbClr val="959596"/>
    <a:srgbClr val="F0F1F1"/>
    <a:srgbClr val="004670"/>
    <a:srgbClr val="00468C"/>
    <a:srgbClr val="004D8E"/>
    <a:srgbClr val="145094"/>
    <a:srgbClr val="005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89134" autoAdjust="0"/>
  </p:normalViewPr>
  <p:slideViewPr>
    <p:cSldViewPr snapToGrid="0" showGuides="1">
      <p:cViewPr varScale="1">
        <p:scale>
          <a:sx n="92" d="100"/>
          <a:sy n="92" d="100"/>
        </p:scale>
        <p:origin x="1123" y="72"/>
      </p:cViewPr>
      <p:guideLst>
        <p:guide orient="horz" pos="2843"/>
        <p:guide orient="horz" pos="325"/>
        <p:guide orient="horz" pos="2917"/>
        <p:guide orient="horz" pos="399"/>
        <p:guide pos="576"/>
        <p:guide pos="5184"/>
        <p:guide pos="2880"/>
        <p:guide pos="5108"/>
        <p:guide pos="65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1" d="100"/>
        <a:sy n="71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-3894" y="-96"/>
      </p:cViewPr>
      <p:guideLst>
        <p:guide orient="horz" pos="2592"/>
        <p:guide orient="horz" pos="5542"/>
        <p:guide orient="horz" pos="5777"/>
        <p:guide pos="286"/>
        <p:guide pos="403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3294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400050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07483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114300" indent="-114300" algn="l" defTabSz="914400" rtl="0" eaLnBrk="1" latinLnBrk="0" hangingPunct="1">
      <a:spcBef>
        <a:spcPts val="800"/>
      </a:spcBef>
      <a:buFont typeface="Arial" pitchFamily="34" charset="0"/>
      <a:buChar char="•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285750" indent="-112713" algn="l" defTabSz="914400" rtl="0" eaLnBrk="1" latinLnBrk="0" hangingPunct="1">
      <a:spcBef>
        <a:spcPts val="200"/>
      </a:spcBef>
      <a:buFont typeface="Arial" pitchFamily="34" charset="0"/>
      <a:buChar char="•"/>
      <a:defRPr sz="11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403225" indent="-117475" algn="l" defTabSz="914400" rtl="0" eaLnBrk="1" latinLnBrk="0" hangingPunct="1">
      <a:spcBef>
        <a:spcPts val="200"/>
      </a:spcBef>
      <a:buFont typeface="Arial" pitchFamily="34" charset="0"/>
      <a:buChar char="•"/>
      <a:defRPr sz="105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569913" indent="-112713" algn="l" defTabSz="914400" rtl="0" eaLnBrk="1" latinLnBrk="0" hangingPunct="1">
      <a:spcBef>
        <a:spcPts val="200"/>
      </a:spcBef>
      <a:buFont typeface="Arial" pitchFamily="34" charset="0"/>
      <a:buChar char="•"/>
      <a:defRPr sz="105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457200" indent="114300" algn="l" defTabSz="914400" rtl="0" eaLnBrk="1" latinLnBrk="0" hangingPunct="1">
      <a:buFont typeface="Arial" pitchFamily="34" charset="0"/>
      <a:buChar char="•"/>
      <a:defRPr sz="1050" kern="1200">
        <a:solidFill>
          <a:schemeClr val="tx1"/>
        </a:solidFill>
        <a:latin typeface="+mn-lt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12750" y="400050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309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FB2E70-0453-E64D-A8F2-507FB12CCBB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577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FB2E70-0453-E64D-A8F2-507FB12CCBB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579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FB2E70-0453-E64D-A8F2-507FB12CCBB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252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1B745-18D2-148D-9EFA-F4885A890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AC3C3B-295F-2A9B-3C5E-DD737A0539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4C26EB-1B24-ABEB-6679-6BD15CEA9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CCC82-A70C-CA77-8190-5FD40EC3E2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FB2E70-0453-E64D-A8F2-507FB12CCBB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2611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FB2E70-0453-E64D-A8F2-507FB12CCBB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1517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FB2E70-0453-E64D-A8F2-507FB12CCBB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995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gradFill flip="none" rotWithShape="1">
          <a:gsLst>
            <a:gs pos="0">
              <a:srgbClr val="F1F2F2"/>
            </a:gs>
            <a:gs pos="100000">
              <a:srgbClr val="EBEBEC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auto">
          <a:xfrm>
            <a:off x="0" y="0"/>
            <a:ext cx="9143999" cy="1718222"/>
          </a:xfrm>
          <a:prstGeom prst="rect">
            <a:avLst/>
          </a:prstGeom>
          <a:gradFill flip="none" rotWithShape="1">
            <a:gsLst>
              <a:gs pos="0">
                <a:srgbClr val="004170"/>
              </a:gs>
              <a:gs pos="50000">
                <a:srgbClr val="005094"/>
              </a:gs>
              <a:gs pos="100000">
                <a:srgbClr val="004170"/>
              </a:gs>
            </a:gsLst>
            <a:path path="circle">
              <a:fillToRect l="100000" t="100000"/>
            </a:path>
            <a:tileRect r="-100000" b="-100000"/>
          </a:gra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5" name="Title 34"/>
          <p:cNvSpPr>
            <a:spLocks noGrp="1"/>
          </p:cNvSpPr>
          <p:nvPr>
            <p:ph type="title" hasCustomPrompt="1"/>
          </p:nvPr>
        </p:nvSpPr>
        <p:spPr>
          <a:xfrm>
            <a:off x="1039439" y="2180420"/>
            <a:ext cx="7069512" cy="517065"/>
          </a:xfrm>
        </p:spPr>
        <p:txBody>
          <a:bodyPr vert="horz" wrap="square" lIns="0" tIns="0" rIns="0" bIns="45720" rtlCol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0" i="0" u="none" strike="noStrike" kern="1200" cap="none" spc="0" normalizeH="0" baseline="0" noProof="0">
                <a:ln>
                  <a:noFill/>
                </a:ln>
                <a:solidFill>
                  <a:srgbClr val="004170"/>
                </a:solidFill>
                <a:effectLst/>
                <a:uLnTx/>
                <a:uFillTx/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Presentation Title Here</a:t>
            </a:r>
          </a:p>
        </p:txBody>
      </p:sp>
      <p:sp>
        <p:nvSpPr>
          <p:cNvPr id="3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39438" y="2685678"/>
            <a:ext cx="7069512" cy="380873"/>
          </a:xfrm>
        </p:spPr>
        <p:txBody>
          <a:bodyPr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None/>
              <a:defRPr sz="2600" i="0" spc="0" baseline="0">
                <a:solidFill>
                  <a:srgbClr val="525252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75000"/>
              </a:lnSpc>
              <a:spcBef>
                <a:spcPts val="1400"/>
              </a:spcBef>
              <a:buFont typeface="Arial" pitchFamily="34" charset="0"/>
              <a:buNone/>
            </a:pPr>
            <a:r>
              <a:rPr lang="en-US" dirty="0"/>
              <a:t>Subtitle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036637" y="3311968"/>
            <a:ext cx="7072313" cy="872001"/>
          </a:xfrm>
        </p:spPr>
        <p:txBody>
          <a:bodyPr vert="horz" wrap="square" lIns="0" tIns="0" rIns="0" bIns="45720" rtlCol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lang="en-US" sz="1800" i="0" baseline="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n-US" sz="1800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 dirty="0"/>
              <a:t>Presenter’s Name</a:t>
            </a:r>
          </a:p>
          <a:p>
            <a:pPr marL="0" lvl="0"/>
            <a:r>
              <a:rPr lang="en-US" dirty="0"/>
              <a:t>Department Name</a:t>
            </a:r>
          </a:p>
          <a:p>
            <a:pPr marL="0" lvl="0"/>
            <a:r>
              <a:rPr lang="en-US" dirty="0"/>
              <a:t>Presentation Date</a:t>
            </a:r>
          </a:p>
        </p:txBody>
      </p:sp>
      <p:pic>
        <p:nvPicPr>
          <p:cNvPr id="4" name="Picture 3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22ECB0BC-81E2-7657-ED1B-DEB6D4FDB0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637" y="552043"/>
            <a:ext cx="3535363" cy="814976"/>
          </a:xfrm>
          <a:prstGeom prst="rect">
            <a:avLst/>
          </a:prstGeom>
        </p:spPr>
      </p:pic>
      <p:sp>
        <p:nvSpPr>
          <p:cNvPr id="2" name="Slide Number Placeholder 10">
            <a:extLst>
              <a:ext uri="{FF2B5EF4-FFF2-40B4-BE49-F238E27FC236}">
                <a16:creationId xmlns:a16="http://schemas.microsoft.com/office/drawing/2014/main" id="{27E3040A-260C-E508-C6ED-F8F8128686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817444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5094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1032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24941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281272"/>
            <a:ext cx="8349916" cy="3329229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lang="en-US" sz="2100" b="0" kern="1200" dirty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5pPr>
          </a:lstStyle>
          <a:p>
            <a:pPr lvl="0"/>
            <a:r>
              <a:rPr lang="en-US" dirty="0"/>
              <a:t>Click to edit Master text styles Arial 21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F5B61543-7882-6964-E3B2-96834DF582B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762" y="811374"/>
            <a:ext cx="8349916" cy="391296"/>
          </a:xfrm>
        </p:spPr>
        <p:txBody>
          <a:bodyPr/>
          <a:lstStyle>
            <a:lvl1pPr marL="0" indent="0">
              <a:buNone/>
              <a:defRPr sz="2400" b="0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094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Subhead Arial 24 pt</a:t>
            </a:r>
          </a:p>
        </p:txBody>
      </p:sp>
      <p:sp>
        <p:nvSpPr>
          <p:cNvPr id="5" name="Slide Number Placeholder 10">
            <a:extLst>
              <a:ext uri="{FF2B5EF4-FFF2-40B4-BE49-F238E27FC236}">
                <a16:creationId xmlns:a16="http://schemas.microsoft.com/office/drawing/2014/main" id="{B6E1C1BA-C71F-EB80-D432-69C26EFAF2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817444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5639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24941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914400"/>
            <a:ext cx="8349916" cy="3696101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lang="en-US" sz="2100" b="0" kern="1200" dirty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5pPr>
          </a:lstStyle>
          <a:p>
            <a:pPr lvl="0"/>
            <a:r>
              <a:rPr lang="en-US" dirty="0"/>
              <a:t>Click to edit Master text styles Arial 21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10">
            <a:extLst>
              <a:ext uri="{FF2B5EF4-FFF2-40B4-BE49-F238E27FC236}">
                <a16:creationId xmlns:a16="http://schemas.microsoft.com/office/drawing/2014/main" id="{83995F0A-3F7A-B3B5-92B5-8366353D3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817444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08115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24941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914400"/>
            <a:ext cx="4129238" cy="3696101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01E633-FAA4-F7B4-3893-A1FFB20A9C4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19587" y="914399"/>
            <a:ext cx="4073090" cy="3696101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827E89-9151-3A74-8245-090B5BDB5693}"/>
              </a:ext>
            </a:extLst>
          </p:cNvPr>
          <p:cNvCxnSpPr/>
          <p:nvPr userDrawn="1"/>
        </p:nvCxnSpPr>
        <p:spPr>
          <a:xfrm>
            <a:off x="4648200" y="914399"/>
            <a:ext cx="0" cy="3696101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0316EA-52B2-E66C-2424-81E6401E86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76945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24941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231900"/>
            <a:ext cx="4073091" cy="3378601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01E633-FAA4-F7B4-3893-A1FFB20A9C4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19587" y="1231899"/>
            <a:ext cx="4073091" cy="3378601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5E50042-44DF-8EE4-2BDC-CEF9F7C242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762" y="811374"/>
            <a:ext cx="4073091" cy="391296"/>
          </a:xfrm>
        </p:spPr>
        <p:txBody>
          <a:bodyPr/>
          <a:lstStyle>
            <a:lvl1pPr marL="0" indent="0">
              <a:buNone/>
              <a:defRPr sz="2100" b="0" baseline="0"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D5A961-AD54-E74B-A114-4A6BF3102F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9587" y="811374"/>
            <a:ext cx="4073091" cy="391296"/>
          </a:xfrm>
        </p:spPr>
        <p:txBody>
          <a:bodyPr/>
          <a:lstStyle>
            <a:lvl1pPr marL="0" indent="0">
              <a:buNone/>
              <a:defRPr sz="2100" b="0" baseline="0">
                <a:latin typeface="+mj-lt"/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A16F23-89BB-6D08-1419-74F0F035C8BE}"/>
              </a:ext>
            </a:extLst>
          </p:cNvPr>
          <p:cNvCxnSpPr>
            <a:cxnSpLocks/>
          </p:cNvCxnSpPr>
          <p:nvPr userDrawn="1"/>
        </p:nvCxnSpPr>
        <p:spPr>
          <a:xfrm>
            <a:off x="4615542" y="811374"/>
            <a:ext cx="0" cy="3799126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95CB157-652B-FD48-276D-25DEB55BE62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51189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3" y="224941"/>
            <a:ext cx="4172780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914400"/>
            <a:ext cx="4129238" cy="3909599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347B7A-C657-3FE9-22B7-3CC668DB6950}"/>
              </a:ext>
            </a:extLst>
          </p:cNvPr>
          <p:cNvSpPr/>
          <p:nvPr userDrawn="1"/>
        </p:nvSpPr>
        <p:spPr bwMode="auto">
          <a:xfrm>
            <a:off x="4615543" y="-1"/>
            <a:ext cx="4528457" cy="4824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IN" sz="1600" b="1" dirty="0" err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Picture 9" descr="A blue and black logo&#10;&#10;Description automatically generated">
            <a:extLst>
              <a:ext uri="{FF2B5EF4-FFF2-40B4-BE49-F238E27FC236}">
                <a16:creationId xmlns:a16="http://schemas.microsoft.com/office/drawing/2014/main" id="{40CE9278-0846-9AE8-9D92-1F511FEF89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4035"/>
          <a:stretch/>
        </p:blipFill>
        <p:spPr>
          <a:xfrm>
            <a:off x="8366780" y="118792"/>
            <a:ext cx="712936" cy="72000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4A5AC1D-4AC1-E5E8-42A4-265DA6380F7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57057" y="224941"/>
            <a:ext cx="4031264" cy="4599058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FEFC393-0E33-BA79-84B9-ABFC3419BC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964950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24941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88ECE2B-4210-587A-559B-CBA9E5768B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366" y="903514"/>
            <a:ext cx="8348312" cy="3733799"/>
          </a:xfrm>
        </p:spPr>
        <p:txBody>
          <a:bodyPr/>
          <a:lstStyle>
            <a:lvl1pPr marL="0" indent="0">
              <a:buFontTx/>
              <a:buNone/>
              <a:defRPr sz="210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1237F"/>
              </a:buClr>
              <a:buSzTx/>
              <a:buFontTx/>
              <a:buNone/>
              <a:tabLst/>
              <a:defRPr/>
            </a:pPr>
            <a:r>
              <a:rPr lang="en-US" dirty="0"/>
              <a:t>Subhead Arial 21 pt</a:t>
            </a:r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1237F"/>
              </a:buClr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78EAF-8C25-A047-8EAD-BFDA799F3C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11472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224941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001916-F7A2-9C60-E52F-967F178420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09040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166F80-42B6-B58C-AD1E-50DC29A863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36639" y="998545"/>
            <a:ext cx="7072312" cy="2169825"/>
          </a:xfrm>
        </p:spPr>
        <p:txBody>
          <a:bodyPr vert="horz" wrap="square" lIns="91440" tIns="45720" rIns="91440" bIns="45720" rtlCol="0" anchor="b" anchorCtr="0">
            <a:spAutoFit/>
          </a:bodyPr>
          <a:lstStyle>
            <a:lvl1pPr marL="280988" indent="-91440">
              <a:lnSpc>
                <a:spcPct val="90000"/>
              </a:lnSpc>
              <a:defRPr lang="en-US" sz="3000" kern="2200" spc="0" baseline="0" dirty="0">
                <a:latin typeface="+mn-lt"/>
              </a:defRPr>
            </a:lvl1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, semper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ipsum mi, ac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dolor.”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036637" y="3383309"/>
            <a:ext cx="7072313" cy="541425"/>
          </a:xfrm>
        </p:spPr>
        <p:txBody>
          <a:bodyPr vert="horz" wrap="square" lIns="91440" tIns="45720" rIns="91440" bIns="45720" rtlCol="0">
            <a:noAutofit/>
          </a:bodyPr>
          <a:lstStyle>
            <a:lvl1pPr marL="0" indent="0" algn="r">
              <a:spcBef>
                <a:spcPts val="300"/>
              </a:spcBef>
              <a:buNone/>
              <a:defRPr lang="en-US" sz="1800" baseline="0" dirty="0" smtClean="0">
                <a:solidFill>
                  <a:srgbClr val="525252"/>
                </a:solidFill>
                <a:latin typeface="+mn-lt"/>
              </a:defRPr>
            </a:lvl1pPr>
            <a:lvl2pPr marL="230187" indent="0">
              <a:buNone/>
              <a:defRPr lang="en-US" dirty="0" smtClean="0"/>
            </a:lvl2pPr>
            <a:lvl3pPr marL="515937" indent="0">
              <a:buNone/>
              <a:defRPr lang="en-US" dirty="0" smtClean="0"/>
            </a:lvl3pPr>
            <a:lvl4pPr marL="800100" indent="0">
              <a:buNone/>
              <a:defRPr lang="en-US" dirty="0" smtClean="0"/>
            </a:lvl4pPr>
            <a:lvl5pPr marL="1085850" indent="0">
              <a:buNone/>
              <a:defRPr lang="en-US" dirty="0"/>
            </a:lvl5pPr>
          </a:lstStyle>
          <a:p>
            <a:pPr lvl="0"/>
            <a:r>
              <a:rPr lang="en-US" dirty="0"/>
              <a:t>—Author’s 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CE492-C280-5201-CBB5-16A9AEF429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213682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A5BABDC-CE89-5D10-A2FB-2F855A64219D}"/>
              </a:ext>
            </a:extLst>
          </p:cNvPr>
          <p:cNvSpPr/>
          <p:nvPr userDrawn="1"/>
        </p:nvSpPr>
        <p:spPr bwMode="auto">
          <a:xfrm>
            <a:off x="0" y="0"/>
            <a:ext cx="9143999" cy="1955800"/>
          </a:xfrm>
          <a:prstGeom prst="rect">
            <a:avLst/>
          </a:prstGeom>
          <a:gradFill flip="none" rotWithShape="1">
            <a:gsLst>
              <a:gs pos="0">
                <a:srgbClr val="004170"/>
              </a:gs>
              <a:gs pos="50000">
                <a:srgbClr val="005094"/>
              </a:gs>
              <a:gs pos="100000">
                <a:srgbClr val="004170"/>
              </a:gs>
            </a:gsLst>
            <a:path path="circle">
              <a:fillToRect l="100000" t="100000"/>
            </a:path>
            <a:tileRect r="-100000" b="-100000"/>
          </a:gra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A8F41F8-F19F-D315-422E-A1602CCDB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637" y="2445200"/>
            <a:ext cx="6950076" cy="517065"/>
          </a:xfrm>
        </p:spPr>
        <p:txBody>
          <a:bodyPr/>
          <a:lstStyle>
            <a:lvl1pPr algn="l">
              <a:defRPr sz="3600"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pic>
        <p:nvPicPr>
          <p:cNvPr id="2" name="Picture 1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42EC46E9-2F40-2609-8586-6453277E5D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637" y="552043"/>
            <a:ext cx="3535363" cy="81497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EABF4AB-5CB0-7B2D-BF27-32A2FB979959}"/>
              </a:ext>
            </a:extLst>
          </p:cNvPr>
          <p:cNvSpPr/>
          <p:nvPr userDrawn="1"/>
        </p:nvSpPr>
        <p:spPr bwMode="auto">
          <a:xfrm>
            <a:off x="-2" y="4817444"/>
            <a:ext cx="9143999" cy="326056"/>
          </a:xfrm>
          <a:prstGeom prst="rect">
            <a:avLst/>
          </a:prstGeom>
          <a:gradFill flip="none" rotWithShape="1">
            <a:gsLst>
              <a:gs pos="0">
                <a:srgbClr val="005094"/>
              </a:gs>
              <a:gs pos="50000">
                <a:srgbClr val="005094"/>
              </a:gs>
              <a:gs pos="75000">
                <a:srgbClr val="3A195B"/>
              </a:gs>
            </a:gsLst>
            <a:path path="circle">
              <a:fillToRect l="100000" t="100000"/>
            </a:path>
            <a:tileRect r="-100000" b="-100000"/>
          </a:gra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l">
              <a:lnSpc>
                <a:spcPct val="90000"/>
              </a:lnSpc>
            </a:pPr>
            <a:endParaRPr lang="en-US" sz="120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1005B-8E19-7B09-A5A7-6AA5B23AF9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9827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994FAC-2DE5-41E9-9A24-8A1E7CF1B5A0}" type="datetime4">
              <a:rPr lang="en-US"/>
              <a:pPr>
                <a:defRPr/>
              </a:pPr>
              <a:t>December 7, 2025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MSRIT, Bangalore - 54</a:t>
            </a: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BB723-660E-4467-8A37-055799D186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19407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1F2F2"/>
            </a:gs>
            <a:gs pos="100000">
              <a:srgbClr val="EBEBEC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auto">
          <a:xfrm>
            <a:off x="-2" y="4817444"/>
            <a:ext cx="9143999" cy="326056"/>
          </a:xfrm>
          <a:prstGeom prst="rect">
            <a:avLst/>
          </a:prstGeom>
          <a:gradFill flip="none" rotWithShape="1">
            <a:gsLst>
              <a:gs pos="0">
                <a:srgbClr val="005094"/>
              </a:gs>
              <a:gs pos="50000">
                <a:srgbClr val="005094"/>
              </a:gs>
              <a:gs pos="75000">
                <a:srgbClr val="3A195B"/>
              </a:gs>
            </a:gsLst>
            <a:path path="circle">
              <a:fillToRect l="100000" t="100000"/>
            </a:path>
            <a:tileRect r="-100000" b="-100000"/>
          </a:gra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l">
              <a:lnSpc>
                <a:spcPct val="90000"/>
              </a:lnSpc>
            </a:pPr>
            <a:endParaRPr lang="en-US" sz="120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6638" y="633475"/>
            <a:ext cx="7072312" cy="438582"/>
          </a:xfrm>
          <a:prstGeom prst="rect">
            <a:avLst/>
          </a:prstGeom>
        </p:spPr>
        <p:txBody>
          <a:bodyPr vert="horz" wrap="square" lIns="0" tIns="0" rIns="0" bIns="45720" rtlCol="0" anchor="t" anchorCtr="0">
            <a:spAutoFit/>
          </a:bodyPr>
          <a:lstStyle/>
          <a:p>
            <a:r>
              <a:rPr lang="en-US" dirty="0"/>
              <a:t>Slide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6638" y="1108347"/>
            <a:ext cx="7072312" cy="3171045"/>
          </a:xfrm>
          <a:prstGeom prst="rect">
            <a:avLst/>
          </a:prstGeom>
        </p:spPr>
        <p:txBody>
          <a:bodyPr vert="horz" wrap="square" lIns="0" tIns="0" rIns="0" bIns="45720" rtlCol="0">
            <a:noAutofit/>
          </a:bodyPr>
          <a:lstStyle/>
          <a:p>
            <a:pPr lvl="0"/>
            <a:r>
              <a:rPr lang="en-US" dirty="0"/>
              <a:t>Click to edit bullet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A blue and black logo&#10;&#10;Description automatically generated">
            <a:extLst>
              <a:ext uri="{FF2B5EF4-FFF2-40B4-BE49-F238E27FC236}">
                <a16:creationId xmlns:a16="http://schemas.microsoft.com/office/drawing/2014/main" id="{56EBD2BB-939E-8183-DA57-9EBF0EB8BE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r="74035"/>
          <a:stretch/>
        </p:blipFill>
        <p:spPr>
          <a:xfrm>
            <a:off x="8366780" y="118792"/>
            <a:ext cx="712936" cy="720000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99E92E5-B5F9-59B9-2C09-DCBBBD144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817444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4" r:id="rId1"/>
    <p:sldLayoutId id="2147484015" r:id="rId2"/>
    <p:sldLayoutId id="2147484028" r:id="rId3"/>
    <p:sldLayoutId id="2147484023" r:id="rId4"/>
    <p:sldLayoutId id="2147484025" r:id="rId5"/>
    <p:sldLayoutId id="2147484029" r:id="rId6"/>
    <p:sldLayoutId id="2147484026" r:id="rId7"/>
    <p:sldLayoutId id="2147484027" r:id="rId8"/>
    <p:sldLayoutId id="2147483944" r:id="rId9"/>
    <p:sldLayoutId id="2147483940" r:id="rId10"/>
    <p:sldLayoutId id="2147483947" r:id="rId11"/>
    <p:sldLayoutId id="2147484030" r:id="rId12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lang="en-US" sz="3000" b="0" kern="1200" cap="none" spc="0" baseline="0" dirty="0" smtClean="0">
          <a:solidFill>
            <a:srgbClr val="005094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168275" indent="-168275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Wingdings" panose="05000000000000000000" pitchFamily="2" charset="2"/>
        <a:buChar char="§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1pPr>
      <a:lvl2pPr marL="457200" indent="-227013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2pPr>
      <a:lvl3pPr marL="742950" indent="-227013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3pPr>
      <a:lvl4pPr marL="1028700" indent="-228600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4pPr>
      <a:lvl5pPr marL="1312863" indent="-227013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97F3F-9EED-8F52-2E31-5C593DDC3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1</a:t>
            </a:fld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136772-7B19-4B52-9236-355B481717F6}"/>
              </a:ext>
            </a:extLst>
          </p:cNvPr>
          <p:cNvSpPr txBox="1"/>
          <p:nvPr/>
        </p:nvSpPr>
        <p:spPr bwMode="auto">
          <a:xfrm>
            <a:off x="299452" y="1745040"/>
            <a:ext cx="8545095" cy="1877437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Project</a:t>
            </a:r>
            <a:r>
              <a:rPr lang="en-US" sz="3200" b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Presentation</a:t>
            </a:r>
          </a:p>
          <a:p>
            <a:pPr algn="ctr"/>
            <a:r>
              <a:rPr lang="en-US" sz="3200" b="1" spc="-10" dirty="0">
                <a:latin typeface="Times New Roman" panose="02020603050405020304" pitchFamily="18" charset="0"/>
              </a:rPr>
              <a:t>On</a:t>
            </a:r>
          </a:p>
          <a:p>
            <a:pPr algn="ctr"/>
            <a:r>
              <a:rPr lang="en-US" sz="2400" dirty="0"/>
              <a:t>Health &amp; Fitness Tracker Track and visualize fitness activities. </a:t>
            </a:r>
            <a:endParaRPr lang="en-IN" sz="2400" b="1" spc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sz="28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453211-F747-4EA7-9040-4EB11C7A7B36}"/>
              </a:ext>
            </a:extLst>
          </p:cNvPr>
          <p:cNvSpPr txBox="1"/>
          <p:nvPr/>
        </p:nvSpPr>
        <p:spPr bwMode="auto">
          <a:xfrm>
            <a:off x="869243" y="3388963"/>
            <a:ext cx="7405512" cy="830997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41935" marR="688340" algn="ctr">
              <a:spcAft>
                <a:spcPts val="0"/>
              </a:spcAft>
            </a:pPr>
            <a:r>
              <a:rPr lang="en-US" sz="2400" b="1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24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US" sz="2400" b="1" spc="-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Belede Naga Saanvi</a:t>
            </a:r>
          </a:p>
          <a:p>
            <a:pPr marL="241935" marR="688340" algn="ctr"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Roll</a:t>
            </a:r>
            <a:r>
              <a:rPr lang="en-US" sz="2400" b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No: 25951A1261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91225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1D0311-8205-4C9E-88BF-2F6F2E0A4537}"/>
              </a:ext>
            </a:extLst>
          </p:cNvPr>
          <p:cNvSpPr txBox="1"/>
          <p:nvPr/>
        </p:nvSpPr>
        <p:spPr bwMode="auto">
          <a:xfrm>
            <a:off x="3143956" y="729733"/>
            <a:ext cx="2579511" cy="46166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IN" sz="2400" b="1" dirty="0">
                <a:solidFill>
                  <a:srgbClr val="00509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387036-0700-87BE-162C-6B193F749509}"/>
              </a:ext>
            </a:extLst>
          </p:cNvPr>
          <p:cNvSpPr txBox="1"/>
          <p:nvPr/>
        </p:nvSpPr>
        <p:spPr bwMode="auto">
          <a:xfrm flipH="1">
            <a:off x="149693" y="1487978"/>
            <a:ext cx="8869615" cy="24622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/>
              <a:t>Health &amp; Fitness Tracker</a:t>
            </a:r>
            <a:r>
              <a:rPr lang="en-US" sz="2000" dirty="0"/>
              <a:t> is a web-based application designed to help users monitor and improve their daily health habits.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provides an intuitive platform for logging workouts, tracking meals, setting goals, and viewing progress through a clean and user-friendly dashboard.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system encourages consistent fitness routines and motivates users through achievement badges and visual progress indicators.</a:t>
            </a:r>
            <a:endParaRPr lang="en-IN" sz="2000" dirty="0" err="1"/>
          </a:p>
        </p:txBody>
      </p:sp>
    </p:spTree>
    <p:extLst>
      <p:ext uri="{BB962C8B-B14F-4D97-AF65-F5344CB8AC3E}">
        <p14:creationId xmlns:p14="http://schemas.microsoft.com/office/powerpoint/2010/main" val="138440441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F94C1D-F507-403F-8B6D-332CF9D4C23E}"/>
              </a:ext>
            </a:extLst>
          </p:cNvPr>
          <p:cNvSpPr txBox="1"/>
          <p:nvPr/>
        </p:nvSpPr>
        <p:spPr bwMode="auto">
          <a:xfrm>
            <a:off x="2286000" y="684577"/>
            <a:ext cx="4572000" cy="46166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00509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Idea and Objectives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D88AD1-2317-E51B-5BA3-E48D96B8009B}"/>
              </a:ext>
            </a:extLst>
          </p:cNvPr>
          <p:cNvSpPr txBox="1"/>
          <p:nvPr/>
        </p:nvSpPr>
        <p:spPr bwMode="auto">
          <a:xfrm flipH="1">
            <a:off x="149693" y="1487978"/>
            <a:ext cx="8869615" cy="24622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Health &amp; Fitness Tracker is designed to simplify the way individuals monitor their daily fitness activities.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idea is to create a </a:t>
            </a:r>
            <a:r>
              <a:rPr lang="en-US" sz="2000" b="1" dirty="0"/>
              <a:t>centralized digital platform</a:t>
            </a:r>
            <a:r>
              <a:rPr lang="en-US" sz="2000" dirty="0"/>
              <a:t> where users can record workouts, track their diet, set fitness goals, and visualize their overall progress in an easy and motivating way.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aims to make fitness tracking accessible, organized, and engaging.</a:t>
            </a:r>
            <a:endParaRPr lang="en-IN" sz="2000" dirty="0" err="1"/>
          </a:p>
        </p:txBody>
      </p:sp>
    </p:spTree>
    <p:extLst>
      <p:ext uri="{BB962C8B-B14F-4D97-AF65-F5344CB8AC3E}">
        <p14:creationId xmlns:p14="http://schemas.microsoft.com/office/powerpoint/2010/main" val="192325020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6B7D43-C182-4FE0-AE95-BE754923A284}"/>
              </a:ext>
            </a:extLst>
          </p:cNvPr>
          <p:cNvSpPr txBox="1"/>
          <p:nvPr/>
        </p:nvSpPr>
        <p:spPr bwMode="auto">
          <a:xfrm>
            <a:off x="2610402" y="348989"/>
            <a:ext cx="4572000" cy="46166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IN" sz="2400" b="1" dirty="0">
                <a:solidFill>
                  <a:srgbClr val="00509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Implemented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714669-94C4-23A1-4CD2-BF19EB943BB3}"/>
              </a:ext>
            </a:extLst>
          </p:cNvPr>
          <p:cNvSpPr txBox="1"/>
          <p:nvPr/>
        </p:nvSpPr>
        <p:spPr bwMode="auto">
          <a:xfrm flipH="1">
            <a:off x="137192" y="947650"/>
            <a:ext cx="8869615" cy="400109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/>
              <a:t>1. Workout Logging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Users can add and track daily workouts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Maintains a detailed history of training activities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Helps in monitoring consistency and improvement</a:t>
            </a:r>
          </a:p>
          <a:p>
            <a:r>
              <a:rPr lang="en-US" sz="2000" b="1" dirty="0"/>
              <a:t>2. Diet Tracking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Allows logging of daily meals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Promotes better nutritional awareness and discipline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Helps users understand eating patterns</a:t>
            </a:r>
          </a:p>
          <a:p>
            <a:r>
              <a:rPr lang="en-US" sz="2000" b="1" dirty="0"/>
              <a:t>3. Goal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Users can set personalized fitness goals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Goals can be marked as completed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Encourages accountability and habit-building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 err="1"/>
          </a:p>
        </p:txBody>
      </p:sp>
    </p:spTree>
    <p:extLst>
      <p:ext uri="{BB962C8B-B14F-4D97-AF65-F5344CB8AC3E}">
        <p14:creationId xmlns:p14="http://schemas.microsoft.com/office/powerpoint/2010/main" val="14024680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9972F-F548-C0CB-DC9F-18BC7CE1D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29F424-35A7-D06C-795B-D136102EC015}"/>
              </a:ext>
            </a:extLst>
          </p:cNvPr>
          <p:cNvSpPr txBox="1"/>
          <p:nvPr/>
        </p:nvSpPr>
        <p:spPr bwMode="auto">
          <a:xfrm>
            <a:off x="2610402" y="365615"/>
            <a:ext cx="4572000" cy="46166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IN" sz="2400" b="1" dirty="0">
                <a:solidFill>
                  <a:srgbClr val="00509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Implemented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15AD25-6EED-5734-9BE0-E7AB524A370B}"/>
              </a:ext>
            </a:extLst>
          </p:cNvPr>
          <p:cNvSpPr txBox="1"/>
          <p:nvPr/>
        </p:nvSpPr>
        <p:spPr bwMode="auto">
          <a:xfrm flipH="1">
            <a:off x="137192" y="947650"/>
            <a:ext cx="8869615" cy="400109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/>
              <a:t>4. Progress Dashboard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Displays total workouts, meals logged, and goals completed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Provides a visual progress bar for motivation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Offers a quick overview of overall fitness activity</a:t>
            </a:r>
          </a:p>
          <a:p>
            <a:r>
              <a:rPr lang="en-US" sz="2000" b="1" dirty="0"/>
              <a:t>5. Achievement Badges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Automatic badges awarded based on user milestones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Makes the app more engaging and motivating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Reinforces positive fitness behavior</a:t>
            </a:r>
          </a:p>
          <a:p>
            <a:r>
              <a:rPr lang="en-US" sz="2000" b="1" dirty="0"/>
              <a:t>6. Simple &amp; Clean User Interface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Easy navigation between screens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Minimal and modern design improves user experience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Works smoothly without requiring a backend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 err="1"/>
          </a:p>
        </p:txBody>
      </p:sp>
    </p:spTree>
    <p:extLst>
      <p:ext uri="{BB962C8B-B14F-4D97-AF65-F5344CB8AC3E}">
        <p14:creationId xmlns:p14="http://schemas.microsoft.com/office/powerpoint/2010/main" val="212501096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7D5C40-6F2E-4587-9728-6BE9750B5547}"/>
              </a:ext>
            </a:extLst>
          </p:cNvPr>
          <p:cNvSpPr txBox="1"/>
          <p:nvPr/>
        </p:nvSpPr>
        <p:spPr bwMode="auto">
          <a:xfrm>
            <a:off x="2918178" y="424933"/>
            <a:ext cx="4572000" cy="46166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IN" sz="2400" b="1" dirty="0">
                <a:solidFill>
                  <a:srgbClr val="00509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Stack Used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2239D29-D58F-1E94-8814-2FE2D8BE0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704" y="1428281"/>
            <a:ext cx="713849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React.js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building the interactive user interface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(ES6+)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core logic, state handling, screen navigation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HTML5 &amp; CSS3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layout, styling, and UI components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Inline Styling &amp; Custom Components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minimal, clean design</a:t>
            </a:r>
          </a:p>
        </p:txBody>
      </p:sp>
    </p:spTree>
    <p:extLst>
      <p:ext uri="{BB962C8B-B14F-4D97-AF65-F5344CB8AC3E}">
        <p14:creationId xmlns:p14="http://schemas.microsoft.com/office/powerpoint/2010/main" val="383464677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D35C00C-5049-4CDA-863B-49E9A79CFA2E}"/>
              </a:ext>
            </a:extLst>
          </p:cNvPr>
          <p:cNvSpPr txBox="1"/>
          <p:nvPr/>
        </p:nvSpPr>
        <p:spPr bwMode="auto">
          <a:xfrm>
            <a:off x="2362199" y="94785"/>
            <a:ext cx="4419600" cy="46166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IN" sz="2400" b="1" dirty="0">
                <a:solidFill>
                  <a:srgbClr val="00509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and Solutions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447590-DDAB-56F1-B25D-F54DD3DA6E8B}"/>
              </a:ext>
            </a:extLst>
          </p:cNvPr>
          <p:cNvSpPr txBox="1"/>
          <p:nvPr/>
        </p:nvSpPr>
        <p:spPr bwMode="auto">
          <a:xfrm flipH="1">
            <a:off x="137192" y="739843"/>
            <a:ext cx="8869615" cy="430887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/>
              <a:t>1. Managing Multiple Fitness Modules</a:t>
            </a:r>
          </a:p>
          <a:p>
            <a:r>
              <a:rPr lang="en-US" sz="2000" b="1" dirty="0"/>
              <a:t>Challenge:</a:t>
            </a:r>
            <a:r>
              <a:rPr lang="en-US" sz="2000" dirty="0"/>
              <a:t> Handling workouts, diet logs, goals, and achievements in one interface.</a:t>
            </a:r>
            <a:br>
              <a:rPr lang="en-US" sz="2000" dirty="0"/>
            </a:br>
            <a:r>
              <a:rPr lang="en-US" sz="2000" b="1" dirty="0"/>
              <a:t>Solution:</a:t>
            </a:r>
            <a:r>
              <a:rPr lang="en-US" sz="2000" dirty="0"/>
              <a:t> Implemented a </a:t>
            </a:r>
            <a:r>
              <a:rPr lang="en-US" sz="2000" b="1" dirty="0"/>
              <a:t>state-based screen navigation system</a:t>
            </a:r>
            <a:r>
              <a:rPr lang="en-US" sz="2000" dirty="0"/>
              <a:t> using </a:t>
            </a:r>
            <a:r>
              <a:rPr lang="en-US" sz="2000" dirty="0" err="1"/>
              <a:t>React’s</a:t>
            </a:r>
            <a:r>
              <a:rPr lang="en-US" sz="2000" dirty="0"/>
              <a:t> </a:t>
            </a:r>
            <a:r>
              <a:rPr lang="en-US" dirty="0" err="1"/>
              <a:t>useState</a:t>
            </a:r>
            <a:r>
              <a:rPr lang="en-US" sz="2000" dirty="0"/>
              <a:t> to keep each module organized and independent.</a:t>
            </a:r>
          </a:p>
          <a:p>
            <a:r>
              <a:rPr lang="en-US" sz="2000" b="1" dirty="0"/>
              <a:t>2. Ensuring Data Persistence</a:t>
            </a:r>
          </a:p>
          <a:p>
            <a:r>
              <a:rPr lang="en-US" sz="2000" b="1" dirty="0"/>
              <a:t>Challenge:</a:t>
            </a:r>
            <a:r>
              <a:rPr lang="en-US" sz="2000" dirty="0"/>
              <a:t> User data (workouts, meals, goals) was lost after page refresh.</a:t>
            </a:r>
            <a:br>
              <a:rPr lang="en-US" sz="2000" dirty="0"/>
            </a:br>
            <a:r>
              <a:rPr lang="en-US" sz="2000" b="1" dirty="0"/>
              <a:t>Solution:</a:t>
            </a:r>
            <a:r>
              <a:rPr lang="en-US" sz="2000" dirty="0"/>
              <a:t> Used </a:t>
            </a:r>
            <a:r>
              <a:rPr lang="en-US" sz="2000" b="1" dirty="0" err="1"/>
              <a:t>LocalStorage</a:t>
            </a:r>
            <a:r>
              <a:rPr lang="en-US" sz="2000" dirty="0"/>
              <a:t> to store all user inputs so data remains intact across sessions.</a:t>
            </a:r>
          </a:p>
          <a:p>
            <a:r>
              <a:rPr lang="en-US" sz="2000" b="1" dirty="0"/>
              <a:t>3. Maintaining a Clean and Intuitive UI</a:t>
            </a:r>
          </a:p>
          <a:p>
            <a:r>
              <a:rPr lang="en-US" sz="2000" b="1" dirty="0"/>
              <a:t>Challenge:</a:t>
            </a:r>
            <a:r>
              <a:rPr lang="en-US" sz="2000" dirty="0"/>
              <a:t> Displaying multiple features without cluttering the interface.</a:t>
            </a:r>
            <a:br>
              <a:rPr lang="en-US" sz="2000" dirty="0"/>
            </a:br>
            <a:r>
              <a:rPr lang="en-US" sz="2000" b="1" dirty="0"/>
              <a:t>Solution:</a:t>
            </a:r>
            <a:r>
              <a:rPr lang="en-US" sz="2000" dirty="0"/>
              <a:t> Designed a </a:t>
            </a:r>
            <a:r>
              <a:rPr lang="en-US" sz="2000" b="1" dirty="0"/>
              <a:t>minimal, modern layout</a:t>
            </a:r>
            <a:r>
              <a:rPr lang="en-US" sz="2000" dirty="0"/>
              <a:t> with separate sections and reusable UI components for better readability.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 err="1"/>
          </a:p>
        </p:txBody>
      </p:sp>
    </p:spTree>
    <p:extLst>
      <p:ext uri="{BB962C8B-B14F-4D97-AF65-F5344CB8AC3E}">
        <p14:creationId xmlns:p14="http://schemas.microsoft.com/office/powerpoint/2010/main" val="389289222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MC Powerpoint Template">
  <a:themeElements>
    <a:clrScheme name="Custom 1">
      <a:dk1>
        <a:srgbClr val="005094"/>
      </a:dk1>
      <a:lt1>
        <a:srgbClr val="FFFFFF"/>
      </a:lt1>
      <a:dk2>
        <a:srgbClr val="FFFFFF"/>
      </a:dk2>
      <a:lt2>
        <a:srgbClr val="FFFFFF"/>
      </a:lt2>
      <a:accent1>
        <a:srgbClr val="005094"/>
      </a:accent1>
      <a:accent2>
        <a:srgbClr val="525252"/>
      </a:accent2>
      <a:accent3>
        <a:srgbClr val="525252"/>
      </a:accent3>
      <a:accent4>
        <a:srgbClr val="005094"/>
      </a:accent4>
      <a:accent5>
        <a:srgbClr val="525252"/>
      </a:accent5>
      <a:accent6>
        <a:srgbClr val="005094"/>
      </a:accent6>
      <a:hlink>
        <a:srgbClr val="525252"/>
      </a:hlink>
      <a:folHlink>
        <a:srgbClr val="005094"/>
      </a:folHlink>
    </a:clrScheme>
    <a:fontScheme name="Montgomery College 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51237F"/>
        </a:solidFill>
        <a:ln w="19050" algn="ctr">
          <a:noFill/>
          <a:miter lim="800000"/>
          <a:headEnd/>
          <a:tailEnd/>
        </a:ln>
      </a:spPr>
      <a:bodyPr wrap="none" rtlCol="0" anchor="ctr"/>
      <a:lstStyle>
        <a:defPPr algn="ctr">
          <a:lnSpc>
            <a:spcPct val="90000"/>
          </a:lnSpc>
          <a:defRPr sz="1600" b="1" dirty="0" err="1" smtClean="0">
            <a:solidFill>
              <a:schemeClr val="bg1"/>
            </a:solidFill>
            <a:latin typeface="+mj-lt"/>
          </a:defRPr>
        </a:defPPr>
      </a:lstStyle>
    </a:spDef>
    <a:lnDef>
      <a:spPr>
        <a:ln w="2857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19050" algn="ctr">
          <a:noFill/>
          <a:miter lim="800000"/>
          <a:headEnd/>
          <a:tailEnd/>
        </a:ln>
      </a:spPr>
      <a:bodyPr wrap="square" lIns="0" tIns="0" rIns="0" bIns="0" rtlCol="0">
        <a:spAutoFit/>
      </a:bodyPr>
      <a:lstStyle>
        <a:defPPr>
          <a:defRPr sz="20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Coalesse Palette">
      <a:dk1>
        <a:sysClr val="windowText" lastClr="000000"/>
      </a:dk1>
      <a:lt1>
        <a:sysClr val="window" lastClr="FFFFFF"/>
      </a:lt1>
      <a:dk2>
        <a:srgbClr val="342B2A"/>
      </a:dk2>
      <a:lt2>
        <a:srgbClr val="DAD6CB"/>
      </a:lt2>
      <a:accent1>
        <a:srgbClr val="E55302"/>
      </a:accent1>
      <a:accent2>
        <a:srgbClr val="5F3032"/>
      </a:accent2>
      <a:accent3>
        <a:srgbClr val="005774"/>
      </a:accent3>
      <a:accent4>
        <a:srgbClr val="9BA03C"/>
      </a:accent4>
      <a:accent5>
        <a:srgbClr val="34AA71"/>
      </a:accent5>
      <a:accent6>
        <a:srgbClr val="F3BD48"/>
      </a:accent6>
      <a:hlink>
        <a:srgbClr val="34AA71"/>
      </a:hlink>
      <a:folHlink>
        <a:srgbClr val="8C8C8C"/>
      </a:folHlink>
    </a:clrScheme>
    <a:fontScheme name="Coalesse">
      <a:majorFont>
        <a:latin typeface="Arial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alesse Palette">
      <a:dk1>
        <a:sysClr val="windowText" lastClr="000000"/>
      </a:dk1>
      <a:lt1>
        <a:sysClr val="window" lastClr="FFFFFF"/>
      </a:lt1>
      <a:dk2>
        <a:srgbClr val="342B2A"/>
      </a:dk2>
      <a:lt2>
        <a:srgbClr val="DAD6CB"/>
      </a:lt2>
      <a:accent1>
        <a:srgbClr val="E55302"/>
      </a:accent1>
      <a:accent2>
        <a:srgbClr val="5F3032"/>
      </a:accent2>
      <a:accent3>
        <a:srgbClr val="005774"/>
      </a:accent3>
      <a:accent4>
        <a:srgbClr val="9BA03C"/>
      </a:accent4>
      <a:accent5>
        <a:srgbClr val="34AA71"/>
      </a:accent5>
      <a:accent6>
        <a:srgbClr val="F3BD48"/>
      </a:accent6>
      <a:hlink>
        <a:srgbClr val="34AA71"/>
      </a:hlink>
      <a:folHlink>
        <a:srgbClr val="8C8C8C"/>
      </a:folHlink>
    </a:clrScheme>
    <a:fontScheme name="Coalesse">
      <a:majorFont>
        <a:latin typeface="Arial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482</Words>
  <Application>Microsoft Office PowerPoint</Application>
  <PresentationFormat>On-screen Show (16:9)</PresentationFormat>
  <Paragraphs>65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MC Powerpoint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4</cp:revision>
  <dcterms:created xsi:type="dcterms:W3CDTF">2016-09-09T13:34:50Z</dcterms:created>
  <dcterms:modified xsi:type="dcterms:W3CDTF">2025-12-07T16:49:33Z</dcterms:modified>
</cp:coreProperties>
</file>